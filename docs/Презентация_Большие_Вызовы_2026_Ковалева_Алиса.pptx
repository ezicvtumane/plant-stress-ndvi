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ВСЕРОССИЙСКИЙ КОНКУРС «БОЛЬШИЕ ВЫЗОВЫ» 2025/2026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Оптико-электронный комплекс активной двухволновой спектрофотометрии и термографии для ранней индикации водного и осмотического стресса растений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Направление: «Агропромышленные и биотехнологии»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Автор: Ковалева Алиса Ивановна, 10 класс, ГБОУ СОШ №282 Кировского района СПб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Научный руководитель: Ковалев Иван Викторович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ПРОБЛЕМАТИКА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Парадокс мониторинга: потеря урожая до появления внешних признаков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Сравнение ограничений существующих методов в защищенном грунте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⚠️ Поздняя визуальная детекция: потеря тургора и увядание наступают лишь через 72–96 ч, когда уже потеряно до 25–35% урожая.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🔍 Слепота контактных датчиков: при осмотическом солевом стрессе (NaCl 150 мМ) влажность субстрата превышает 70%, но влага недоступна корням.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💰 Дороговизна лабораторий: спектрометры и флуориметры (PAM-2500) стоят 2–3.5 млн руб. и требуют контактного закрепления на один лист.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НАУЧНЫЙ АППАРАТ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Цель, рабочая гипотеза и задачи исследования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Опережающая диагностика стресса за 36–54 ч до макросимптомов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🎯 Цель: разработка, аппаратно-программная сборка и валидация автономной спектро-термометрической станции для закрытого грунта.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💡 Гипотеза: сопряженный анализ транспирационного перегрева листа (ΔT) и спектрального отражения (660 и 850 нм) позволяет обнаружить стресс с p &lt; 0.001 за 36–54 ч до увядания.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📋 Задачи: оптический 2-волновой стробоскоп, интеграция тепловизора с OCR Tesseract, ArUco-паспортизация кассет, валидация на 5 когортах (n=45).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БИОФИЗИКА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Двухканальный биофизический механизм детекции стресса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Сочетание первичного устьичного термоответа и вторичной деградации хлорофилла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🌡️ Канал 1: Термометрия ΔT = T_leaf - T_air (первичный отклик 2–4 ч). Дефицит воды вызывает синтез АБК -&gt; закрытие устьиц -&gt; блок транспирации -&gt; лист нагревается на +1.5...+2.5°C.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🌱 Канал 2: Мультиспектральный индекс NDVI = (NIR - Red) / (NIR + Red) (отклик 48–72 ч). 660 нм поглощается хлорофиллом, 850 нм рассеивается мезофиллом.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⚖️ Комплементарность: термометрия дает опережающий сигнал тревоги, а спектрометрия подтверждает сохранность клеточной структуры и площадь листьев (PLA).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Аппаратная архитектура оптико-электронного комплекса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Автономная станция экспресс-скрининга с веб-интерфейсом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📷 Оптический тракт: камера OmniVision NoIR 5 Мп + стробоскопическая подсветка 660 нм (Deep Red) и 850 нм (NIR).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🔥 Тепловизионный узел: микроболометр UNI-T UTi120S (120x90, NETD &lt; 60 мК) с распознаванием Tesseract OCR.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💻 Вычислительное ядро: Orange Pi 4 Pro (6 ядер, 4GB RAM), Fast-API сервер, автономная точка Wi-Fi PlantStation.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📦 Корпус: светозащитный кубический бокс из березовой фанеры ФК с лабиринтными светоловушками для отсечения фоновой засветки.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АЛГОРИТМЫ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Дифференциальный строб и конвейерная ArUco-идентификация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3-кадровое вычитание паразитного фона и автоматическая паспортизация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⚡ Дифференциальный оптический строб: I_clean = I_strobe - I_dark (полное подавление внешнего паразитного освещения).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🏷️ ArUco 4x4_50 с цветным периметром: автоматическое распознавание номера кассеты (ID 1–5), привязка когорты за 1.8 с.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📐 Сетка 3x3: автоматический расчет матричного распределения NDVI по 9 зонам лотка с вычислением дисперсии (σ ≤ 0.015).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🌿 Сегментация биомассы: выделение зеленого покрова индексом ExG (2G-R-B) и порогом Оцу с отсечением субстрата.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ЭКСПЕРИМЕНТ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Методика и дизайн биологического эксперимента (n = 45)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Синхронное тестирование 5 когорт Pisum sativum L., сорт «Альфа»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🟢 К1: Контроль — оптимальный полив (100% ПВ, 65–70% влажности почвы). Эталон фотосинтеза.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🟣 К2: Засоление — полив раствором NaCl 150 мМ в герметичном лотке. Изучение осмотического шока.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🟡 К3: Спасение прибором — прекращение полива до раннего алерта станции (ΔT ≥ +0.8°C), затем полив.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🔵 К4: Спасение глазами — полив только при появлении видимого увядания листьев (традиционный подход).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🔴 К5: Терминальная засуха — полный отказ от полива до некроза биомассы (96+ ч) для фиксации точки невозврата.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Динамика температуры листа (ΔT): опережающий маркер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Нагрев листа на +1.5...+2.0°C фиксируется уже на 24–36 часах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📈 Контроль К1: стабильное испарительное охлаждение листа (ΔT = -1.4...-1.5°C) на протяжении всего опыта.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🧂 Засоление К2: почва сырая (64%), но лист перегревается до +1.1°C уже на 48 ч из-за осмотического стресса корней.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⏱️ К3 vs К4: в кассете К3 полив на 48 ч вернул транспирацию к норме (-1.3°C) за 6 ч. В К4 устьичный аппарат поврежден (-0.4°C).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📊 Достоверность: различия между К1 и К5/К2 на 48 ч высокодостоверны при t = 8.42, p &lt; 0.001.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Динамика NDVI и продуктивность листовой поверхности (PLA)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Запаздывание деградации хлорофилла и выигрыш в товарной биомассе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📊 Стабильность хлорофилла: в первые 48 ч NDVI падает всего на 2–4% (0.74 -&gt; 0.72), пока устьица уже заблокированы.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🌿 Сохранность биомассы: стратегия спасения станцией (К3) сохраняет 92.4% площади листьев относительно контроля.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📉 Потери традиционного подхода: стратегия ожидания увядания (К4) приводит к потере 31.3% фотосинтетической биомассы.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🏆 Итог дуэли: ранняя индикация обеспечивает выигрыш в +23.7% товарного урожая.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ОТКРЫТИЕ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Феноменология и обоснование «Окна превентивного спасения»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Интервал между биофизическим сигналом и цитологической гибелью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🟢 Фаза I (0–24 ч): Скрытая компенсация. ΔT в норме (-1.5°C), тургор идеальный, NDVI &gt; 0.73.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🟡 Фаза II (24–54 ч): «ОКНО СПАСЕНИЯ». ΔT ≥ +0.8°C (устьица закрыты), но NDVI высок (0.71–0.73). 100% обратимость при поливе!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🔴 Фаза III (54–96 ч): «Точка невозврата». Потеря тургора, обвал NDVI &lt; 0.55, разрушение хлоропластов и проводящих пучков.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💡 Практический вывод: спасение на Фазе II гарантирует отсутствие скрытых потерь урожая.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РЫНОК И АНАЛОГИ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Сравнительный анализ с отечественными и мировыми аналогами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Превосходство по скорости поточного кассетного скрининга и доступности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Walz PAM-2500 (Германия, ~3.2 млн ₽): контактный, 20–30 мин на лист, требует темновой адаптации, точечный замер.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CID Bio-Science CI-710 (США, ~1.8 млн ₽): портативный спектрометр, нет термометрии, слеп к раннему водному шоку.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MicaSense RedEdge (США, ~1.2 млн ₽): мультиспектр для дронов, неприменим в сити-фермах и закрытых стеллажах.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Разработанный комплекс (СПб, 11 850 ₽): одновременный NDVI + ΔT + SHT30 + ArUco за 1.8 с, в 150+ раз доступнее.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ВНЕДРЕНИЕ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Сферы применения, внедрение и экономический эффект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Сити-фермы, промышленный защищенный грунт и селекционные центры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🏢 Вертикальные сити-фермы: поточный скрининг стеллажей, экономия до 20% поливной воды и удобрений.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🌾 Селекционные центры и фитотроны: объективная оценка сотен сортов на засухоустойчивость и солеустойчивость.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💰 Экономический эффект: предотвращение гибели одной кассетной партии микрозелени окупает станцию за &lt; 2 месяцев.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🏫 Образование: наглядный демонстрационный комплекс для проектной работы в агровузах и агроклассах.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Научная новизна и основные выводы исследования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Результаты, полученные лично автором в ходе выполнения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✨ Научная новизна: доказано существование 24–54 часового опережающего термометрического окна спасения до падения NDVI.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✨ Инженерная новизна: создан доступный оптико-электронный комплекс двухволновой спектрофотометрии и термографии с ArUco-скринингом.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📌 Практический вывод: полив по сигналу станции обеспечивает 92.4% продуктивности биомассы (+23.7% к традиционному поливу).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📌 Открытость: исходный код прошивки, чертежи САПР и веб-интерфейс опубликованы в открытом доступе.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  <a:p>
            <a:pPr algn="ctr">
              <a:defRPr sz="2000">
                <a:solidFill>
                  <a:srgbClr val="38BDF8"/>
                </a:solidFill>
              </a:defRPr>
            </a:pPr>
            <a:r>
              <a:t>Готова ответить на вопросы экспертной комиссии</a:t>
            </a:r>
          </a:p>
          <a:p>
            <a:pPr algn="ctr">
              <a:defRPr sz="1600" b="1">
                <a:solidFill>
                  <a:srgbClr val="10B981"/>
                </a:solidFill>
              </a:defRPr>
            </a:pPr>
            <a:br/>
            <a:r>
              <a:t>Репозиторий проекта: github.com/ezicvtumane/plant-stress-ndvi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Ковалева Алиса Ивановна (v1m@mail.ru) | Научный руководитель: Ковалев Иван Викторович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